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Архитектура программного обеспечения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Лекция 3 · Модули, связи и зависимости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модуль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Единица кода с ясной границей</a:t>
            </a:r>
          </a:p>
          <a:p>
            <a:pPr lvl="1"/>
            <a:r>
              <a:t>Прячет детали реализации</a:t>
            </a:r>
          </a:p>
          <a:p>
            <a:pPr lvl="1"/>
            <a:r>
              <a:t>Даёт стабильный интерфейс</a:t>
            </a:r>
          </a:p>
          <a:p>
            <a:pPr lvl="1"/>
            <a:r>
              <a:t>Тестируется отдельно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СКРЫТЫЙ СЛАЙД — не должен попасть в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Сравнение подходов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00100">
                <a:tc>
                  <a:txBody>
                    <a:bodyPr/>
                    <a:lstStyle/>
                    <a:p>
                      <a:r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Связность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Сложность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Монолит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Низкая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Модули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Средняя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Микросервисы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Низкая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Высокая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Схема связей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017520" cy="1463040"/>
          </a:xfrm>
          <a:prstGeom prst="roundRect">
            <a:avLst/>
          </a:prstGeom>
          <a:solidFill>
            <a:srgbClr val="9C72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Интерфейс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3017520" cy="1463040"/>
          </a:xfrm>
          <a:prstGeom prst="roundRect">
            <a:avLst/>
          </a:prstGeom>
          <a:solidFill>
            <a:srgbClr val="2E6B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Модуль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2011680"/>
            <a:ext cx="3017520" cy="1463040"/>
          </a:xfrm>
          <a:prstGeom prst="roundRect">
            <a:avLst/>
          </a:prstGeom>
          <a:solidFill>
            <a:srgbClr val="A757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Данные</a:t>
            </a:r>
          </a:p>
        </p:txBody>
      </p:sp>
      <p:pic>
        <p:nvPicPr>
          <p:cNvPr id="6" name="Picture 5" descr="sun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02336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Вопросы? · o‘zbekcha: savollar bormi?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